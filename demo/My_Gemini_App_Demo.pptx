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one app that covers general chat with Gemini, question answering over our own PDFs with two retrieval approaches, and safety guardrails on both. Live on Vercel; Document Q&amp;A backends run on my laptop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top to bottom. Key message: each feature exists to fix a real problem: finding facts in long documents, trusting the answer (citations, rerank scores), and keeping the assistant safe (guardrails).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the browser only talks to our Next.js server, so API keys never reach the browser. Chat goes to Gemini. Document Q&amp;A is proxied to one of three Python services: Pinecone and Qdrant are vector databases with rerankers, LightRAG is a knowledge graph. Guardrails sit in the middle and check both the question and the answer: Prompt Guard on Groq catches jailbreaks, Llama Guard catches unsafe content. Cache stores chat replies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document (Apple 10-K FY2025) is loaded in all three backends. Vector DB is best for a precise fact. LightRAG is best when the answer is spread across the document: in testing it pulled from 8 pages for the risks question versus 5 for Pinecone.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DEMO_NOTES.md for the exact questions and what to point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4028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My Gemini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Calibri"/>
              </a:rPr>
              <a:t>Chat, Document Q&amp;A and AI safety guardrails in one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Team demo  ·  my-test-chat-app-t153.vercel.app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Features and the problems they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WHAT YOU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PROBLEM IT SOLVES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19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Chat with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3 Gemini models, streaming replies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828800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Quick answers, drafting, coding help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1124711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95728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Document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395728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Upload a PDF, ask in plain English, get page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395728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Answers buried in long documents (e.g. a 100-page 10-K)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62656"/>
            <a:ext cx="11247119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62656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Two retrieval 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6265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Vector DB (Pinecone / Qdrant) or LightRAG knowledge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62656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Exact facts vs. questions that span many sections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9584"/>
            <a:ext cx="1124711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29584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Reranker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958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Re-orders retrieved chunks and shows a relevance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29584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Loosely related chunks reaching the answer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96512"/>
            <a:ext cx="11247119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96512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09651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Prompt Guard + Llama Guard on input and output, both modes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096512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Jailbreaks, prompt injection, unsafe or private-data requests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1124711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Parameters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Temperature, max tokens, stop sequence, JSON mode, 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663440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Tuning output for each use case without code changes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30368"/>
            <a:ext cx="11247119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30368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Response 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230368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Repeated questions are answered instantly, marked Cached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230368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Latency and API cost for repeat questions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97296"/>
            <a:ext cx="1124711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797296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Voice and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9729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Speak a question, hear the answer, rate with thumbs up/down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797296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Hands-free use, accessibility, measuring answer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41732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NEXT.JS APP ON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17320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EXTERNAL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632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Chat UI</a:t>
            </a:r>
          </a:p>
          <a:p>
            <a:pPr algn="ctr"/>
            <a:r>
              <a:rPr sz="1100">
                <a:solidFill>
                  <a:srgbClr val="CBD5E1"/>
                </a:solidFill>
                <a:latin typeface="Calibri"/>
              </a:rPr>
              <a:t>React (Chat.tsx)</a:t>
            </a:r>
          </a:p>
          <a:p>
            <a:pPr algn="ctr"/>
            <a:r>
              <a:rPr sz="1100">
                <a:solidFill>
                  <a:srgbClr val="CBD5E1"/>
                </a:solidFill>
                <a:latin typeface="Calibri"/>
              </a:rPr>
              <a:t>Mode, model, guardrails,</a:t>
            </a:r>
          </a:p>
          <a:p>
            <a:pPr algn="ctr"/>
            <a:r>
              <a:rPr sz="1100">
                <a:solidFill>
                  <a:srgbClr val="CBD5E1"/>
                </a:solidFill>
                <a:latin typeface="Calibri"/>
              </a:rPr>
              <a:t>retrieval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3736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/api/chat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Gemini chat, streaming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74320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/api/rag-chat  ·  /api/rag-ingest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Document Q&amp;A and PDF upload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56616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/api/transcribe  ·  /api/tts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Voice in, read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52628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9669"/>
                </a:solidFill>
                <a:latin typeface="Calibri"/>
              </a:rPr>
              <a:t>Guardrails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Checks every prompt and reply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548640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B45309"/>
                </a:solidFill>
                <a:latin typeface="Calibri"/>
              </a:rPr>
              <a:t>Response cache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Repeat questions answered instantly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737360"/>
            <a:ext cx="4389120" cy="65836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Google Gemini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Chat · speech-to-text · text-to-speech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514600"/>
            <a:ext cx="4389120" cy="65836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9669"/>
                </a:solidFill>
                <a:latin typeface="Calibri"/>
              </a:rPr>
              <a:t>Groq: Prompt Guard 2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Jailbreak / prompt-injection 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291840"/>
            <a:ext cx="4389120" cy="65836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59669"/>
                </a:solidFill>
                <a:latin typeface="Calibri"/>
              </a:rPr>
              <a:t>Ollama: Llama Guard 3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Unsafe-content classifier (14 categories)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114800"/>
            <a:ext cx="4389120" cy="237744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16052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6D28D9"/>
                </a:solidFill>
                <a:latin typeface="Calibri"/>
              </a:rPr>
              <a:t>Document Q&amp;A services (Python FastAPI)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4526280"/>
            <a:ext cx="1325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6D28D9"/>
                </a:solidFill>
                <a:latin typeface="Calibri"/>
              </a:rPr>
              <a:t>Pinecone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Vector search + bge reranker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526280"/>
            <a:ext cx="1325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6D28D9"/>
                </a:solidFill>
                <a:latin typeface="Calibri"/>
              </a:rPr>
              <a:t>Qdrant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Hybrid search + MiniLM reranker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4526280"/>
            <a:ext cx="1325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6D28D9"/>
                </a:solidFill>
                <a:latin typeface="Calibri"/>
              </a:rPr>
              <a:t>LightRAG</a:t>
            </a:r>
          </a:p>
          <a:p>
            <a:pPr algn="ctr"/>
            <a:r>
              <a:rPr sz="1000">
                <a:solidFill>
                  <a:srgbClr val="334155"/>
                </a:solidFill>
                <a:latin typeface="Calibri"/>
              </a:rPr>
              <a:t>Knowledge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89788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Answers written by OpenAI gpt-4o-mini, with page citations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51760" y="3749039"/>
            <a:ext cx="5029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37960" y="2057400"/>
            <a:ext cx="868680" cy="18288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37960" y="2194560"/>
            <a:ext cx="868680" cy="169164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3108960"/>
            <a:ext cx="868680" cy="182880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537960" y="2834640"/>
            <a:ext cx="868680" cy="201168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37960" y="3611880"/>
            <a:ext cx="868680" cy="1371600"/>
          </a:xfrm>
          <a:prstGeom prst="line">
            <a:avLst/>
          </a:prstGeom>
          <a:ln w="190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TWO WAYS TO SEARCH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Vector DB vs. Knowledge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563EB"/>
                </a:solidFill>
                <a:latin typeface="Calibri"/>
              </a:rPr>
              <a:t>Vector DB  (Pinecone / Qdrant)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How it searches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4884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Splits the PDF into chunks and finds the chunks closest in meaning to 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Reranker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97180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Re-scores the top 20 chunks and keeps the best 5–8, with a 0–1 relevance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Best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79476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Exact facts: numbers, dates,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61772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“How much did Apple spend on R&amp;D in 2025?”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Answer 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44068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Short, precise, one page cited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6304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6D28D9"/>
                </a:solidFill>
                <a:latin typeface="Calibri"/>
              </a:rPr>
              <a:t>Knowledge graph  (LightRAG)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4884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alibri"/>
              </a:rPr>
              <a:t>How it searches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14884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Builds a graph of entities (Apple, suppliers, risks) and how they relate, then follows the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97180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alibri"/>
              </a:rPr>
              <a:t>Reranker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97180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Not needed: the graph decides what is relevant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9476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alibri"/>
              </a:rPr>
              <a:t>Best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79476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Big-picture questions that span many sections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1772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alibri"/>
              </a:rPr>
              <a:t>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61772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“What are Apple's main risks and how are they connected?”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40680"/>
            <a:ext cx="15544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alibri"/>
              </a:rPr>
              <a:t>Answer style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440680"/>
            <a:ext cx="3749039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Broader, structured, many pages cited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What we'll see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91639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6002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05740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Ask a question, switch models, read the answer aloud, use the mic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691639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6002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5740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Max tokens, stop sequence, JSON mode, temperature, response cache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918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2004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Document Q&amp;A: Vector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65760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Exact facts from the Apple 10-K with page citations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32918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2004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Reranker on vs.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65760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Same question, compare sources and relevance scores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8006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Knowledge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525780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Big-picture questions across the whole document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48920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8006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Guardrails on vs.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257800"/>
            <a:ext cx="4572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Jailbreak, unsafe and private-data prompts, in Chat and Document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